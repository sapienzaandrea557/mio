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INTRODUZIONE: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STORIA E FONDAZIONE: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ARCHITETTURA ICONICA: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SIMBOLI DEL POTERE: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ARTE E CULTURA: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LA VITA QUOTIDIANA: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CONCLUSIONI E FUTURO: ROMA E MOUUMENTI PIU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Analisi approfondita del tema: roma e mouumenti piu importanti. Esplorazione dei dettagli storici, architettonici e dell'impatto culturale nel contesto di riferimento.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