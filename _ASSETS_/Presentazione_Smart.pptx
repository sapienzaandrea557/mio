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Introduzione a: castelli medievali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t>Panoramica principale su castelli medievali.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Punti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t>1. Primo punto importante</a:t>
            </a:r>
            <a:br/>
            <a:r>
              <a:t>2. Secondo punto cruciale</a:t>
            </a:r>
            <a:br/>
            <a:r>
              <a:t>3. Sviluppi futuri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Conclusione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t>Riflessioni finali su castelli medievali e prossimi passi.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